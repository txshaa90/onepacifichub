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20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658368"/>
            <a:ext cx="2423160" cy="384048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5ED2"/>
                </a:solidFill>
                <a:latin typeface="Aptos"/>
              </a:defRPr>
            </a:pPr>
            <a:r>
              <a:t>Presentation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877824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3000" b="1">
                <a:solidFill>
                  <a:srgbClr val="132447"/>
                </a:solidFill>
                <a:latin typeface="Aptos"/>
              </a:rPr>
              <a:t>OnePacificHub Authentication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713232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000" b="1">
                <a:solidFill>
                  <a:srgbClr val="18A7C9"/>
                </a:solidFill>
                <a:latin typeface="Aptos"/>
              </a:rPr>
              <a:t>Supabase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7132320" cy="4616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200" b="0" dirty="0">
                <a:solidFill>
                  <a:srgbClr val="1E293B"/>
                </a:solidFill>
                <a:latin typeface="Aptos"/>
              </a:rPr>
              <a:t>A clear walkthrough of how login, registration, OAuth, session handling, </a:t>
            </a:r>
            <a:endParaRPr lang="en-US" sz="1200" b="0" dirty="0">
              <a:solidFill>
                <a:srgbClr val="1E293B"/>
              </a:solidFill>
              <a:latin typeface="Aptos"/>
            </a:endParaRPr>
          </a:p>
          <a:p>
            <a:r>
              <a:rPr sz="1200" b="0" dirty="0">
                <a:solidFill>
                  <a:srgbClr val="1E293B"/>
                </a:solidFill>
                <a:latin typeface="Aptos"/>
              </a:rPr>
              <a:t>and password reset are implemented in the website.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429000"/>
            <a:ext cx="4846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520440"/>
            <a:ext cx="45537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Presentation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13048"/>
            <a:ext cx="4553712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Frontend UI to Supabase Auth flow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Supabase dashboard configuration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Actual code integration points in the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2368" y="2148840"/>
            <a:ext cx="54864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38672" y="2357422"/>
            <a:ext cx="519379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 dirty="0">
                <a:solidFill>
                  <a:srgbClr val="132447"/>
                </a:solidFill>
                <a:latin typeface="Aptos"/>
              </a:rPr>
              <a:t>Main Topics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8672" y="2778796"/>
            <a:ext cx="5193792" cy="1764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Login and registration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OAuth providers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Password reset with OTP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 err="1"/>
              <a:t>Supabase</a:t>
            </a:r>
            <a:r>
              <a:rPr dirty="0"/>
              <a:t> dashboard setup and code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What Supabase Does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Supabase is the auth layer, not the full application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0515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90691" y="1399032"/>
            <a:ext cx="10222992" cy="5232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800" b="1" dirty="0">
                <a:solidFill>
                  <a:srgbClr val="132447"/>
                </a:solidFill>
                <a:latin typeface="Aptos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6041" y="2136024"/>
            <a:ext cx="8181656" cy="18158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800" dirty="0"/>
              <a:t>Handles login and signup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800" dirty="0"/>
              <a:t>Manages sessions and token refresh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800" dirty="0"/>
              <a:t>Supports Google and Facebook OAuth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800" dirty="0"/>
              <a:t>Supports password reset through Edge Functions.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83099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 dirty="0" err="1">
                <a:solidFill>
                  <a:srgbClr val="132447"/>
                </a:solidFill>
                <a:latin typeface="Aptos"/>
              </a:rPr>
              <a:t>Supabase</a:t>
            </a:r>
            <a:r>
              <a:rPr sz="2400" b="1" dirty="0">
                <a:solidFill>
                  <a:srgbClr val="132447"/>
                </a:solidFill>
                <a:latin typeface="Aptos"/>
              </a:rPr>
              <a:t> Client Code </a:t>
            </a:r>
            <a:endParaRPr lang="en-US" sz="2400" b="1" dirty="0">
              <a:solidFill>
                <a:srgbClr val="132447"/>
              </a:solidFill>
              <a:latin typeface="Aptos"/>
            </a:endParaRPr>
          </a:p>
          <a:p>
            <a:endParaRPr sz="2400" b="1" dirty="0">
              <a:solidFill>
                <a:srgbClr val="13244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Core browser client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Sign In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Email/password login plus social login entry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ign 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2215"/>
            <a:ext cx="6492240" cy="40856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4928" y="1649009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5408" y="1914185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Users can log in with email and password.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same screen also exposes Google and Facebook login.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Successful login creates a </a:t>
            </a:r>
            <a:r>
              <a:rPr dirty="0" err="1"/>
              <a:t>Supabase</a:t>
            </a:r>
            <a:r>
              <a:rPr dirty="0"/>
              <a:t>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Sign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Email/password authentication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Sign Up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User registration form connected directly to Supabase 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ign 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3080"/>
            <a:ext cx="6492240" cy="41639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1678789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2099413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form collects first name, last name, email, and password.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signup request is sent to </a:t>
            </a:r>
            <a:r>
              <a:rPr dirty="0" err="1"/>
              <a:t>Supabase</a:t>
            </a:r>
            <a:r>
              <a:rPr dirty="0"/>
              <a:t> Auth.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Verification can be required before first login.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Sign Up Code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Account creation and verification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Sign Up Code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Account creation and verification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Sign Up Code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Account creation and verification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OAuth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Social authentication through Supabase providers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ign 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2215"/>
            <a:ext cx="6492240" cy="40856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1170432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1463039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Google and Facebook buttons are available in the login UI.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Supabase handles the provider redirect and callback.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OAuth returns the user to the app with a valid session.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OAuth Code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Google and Facebook login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OAuth Code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Google and Facebook login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Forgot Password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Password reset starts by requesting a one-time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orgot 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29322"/>
            <a:ext cx="6492240" cy="31114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1694606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 dirty="0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2093976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user enters an email address to start recovery.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app does not use the default magic-link reset flow.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It calls a custom Edge Function to send an OTP.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Forgot Password Code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Reset code request through Edge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Forgot Password Code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Reset code request through Edge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OTP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reset flow continues with a six-digit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orgot password send 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44651"/>
            <a:ext cx="6492240" cy="32807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1609344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 dirty="0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1911096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user enters the one-time code sent by email.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backend validates the OTP and returns a short-lived reset token.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That token is then used to set the new password.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OTP Verification Code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OTP validation and reset token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OTP Verification Code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OTP validation and reset token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Email Received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code is delivered to the user outside the app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TP Sent to 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76" y="1078992"/>
            <a:ext cx="5669447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1170432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1463039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The email contains the verification code used in the reset flow.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The code expires after a limited time window.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This keeps recovery time-bound and more secure.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Logged-in Account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Protected pages become available after authentication succeeds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ign in with google 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34587"/>
            <a:ext cx="6492240" cy="43008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2060118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2358162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After login, the user is redirected to the account dashboard.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route is protected by authentication state.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Session changes are monitored through </a:t>
            </a:r>
            <a:r>
              <a:rPr dirty="0" err="1"/>
              <a:t>AuthContext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Session Code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AuthContext session subscription and 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Session Code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AuthContext session subscription and 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Supabase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Registered users are stored in Supabase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uthentication - 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33361"/>
            <a:ext cx="6492240" cy="29033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1812737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2233361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dashboard stores each user record in </a:t>
            </a:r>
            <a:r>
              <a:rPr dirty="0" err="1"/>
              <a:t>Supabase</a:t>
            </a:r>
            <a:r>
              <a:rPr dirty="0"/>
              <a:t> Auth.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Key details include email, provider, and user ID.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Custom metadata such as first and last name can also be attached.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Auth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Enabled providers determine which login methods can be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uthentication - 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68235"/>
            <a:ext cx="6492240" cy="28335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2140219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2407095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Email login is configured in </a:t>
            </a:r>
            <a:r>
              <a:rPr dirty="0" err="1"/>
              <a:t>Supabase</a:t>
            </a:r>
            <a:r>
              <a:rPr dirty="0"/>
              <a:t>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Google and Facebook can be enabled as OAuth providers.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Only enabled providers should be exposed in the UI.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Provider Button Code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Frontend buttons for social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Provider Button Code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Frontend buttons for social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URL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Redirect URLs connect the dashboard settings to the frontend callback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RL 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63163"/>
            <a:ext cx="6492240" cy="28437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1683485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8624" y="2099413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 err="1"/>
              <a:t>Supabase</a:t>
            </a:r>
            <a:r>
              <a:rPr dirty="0"/>
              <a:t> needs approved redirect URLs for OAuth and email flows.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site origin is built from environment variables.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This must match the </a:t>
            </a:r>
            <a:r>
              <a:rPr dirty="0" err="1"/>
              <a:t>AuthCallback</a:t>
            </a:r>
            <a:r>
              <a:rPr dirty="0"/>
              <a:t> route used by the app.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URL Callback Code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Redirect helpers and callback exchange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URL Callback Code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Redirect helpers and callback exchange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URL Callback Code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Redirect helpers and callback exchange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Edge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Custom backend logic is used for the password reset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078992"/>
            <a:ext cx="6492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dge 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58166"/>
            <a:ext cx="6492240" cy="28537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078992"/>
            <a:ext cx="4617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8624" y="2023478"/>
            <a:ext cx="4325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2283308"/>
            <a:ext cx="4325112" cy="3867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 app expects custom functions named send-reset-</a:t>
            </a:r>
            <a:r>
              <a:rPr dirty="0" err="1"/>
              <a:t>otp</a:t>
            </a:r>
            <a:r>
              <a:rPr dirty="0"/>
              <a:t>, verify-reset-</a:t>
            </a:r>
            <a:r>
              <a:rPr dirty="0" err="1"/>
              <a:t>otp</a:t>
            </a:r>
            <a:r>
              <a:rPr dirty="0"/>
              <a:t>, and reset-password.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Those functions run behind </a:t>
            </a:r>
            <a:r>
              <a:rPr dirty="0" err="1"/>
              <a:t>Supabase</a:t>
            </a:r>
            <a:r>
              <a:rPr dirty="0"/>
              <a:t> Functions.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dirty="0"/>
              <a:t>They extend </a:t>
            </a:r>
            <a:r>
              <a:rPr dirty="0" err="1"/>
              <a:t>Supabase</a:t>
            </a:r>
            <a:r>
              <a:rPr dirty="0"/>
              <a:t> Auth with custom OTP-based recovery.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Edge Function Client Code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Frontend calls to Supabase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Edge Function Client Code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Frontend calls to Supabase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Edge Function Client Code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Frontend calls to Supabase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Edge Function Client Code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Frontend calls to Supabase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6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Full Auth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Frontend to Supabase session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447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92024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447"/>
                </a:solidFill>
                <a:latin typeface="Aptos"/>
              </a:defRPr>
            </a:pPr>
            <a:r>
              <a:t>Login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192024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447"/>
                </a:solidFill>
                <a:latin typeface="Aptos"/>
              </a:defRPr>
            </a:pPr>
            <a:r>
              <a:t>Auth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447"/>
                </a:solidFill>
                <a:latin typeface="Aptos"/>
              </a:defRPr>
            </a:pPr>
            <a:r>
              <a:t>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2024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447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92024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447"/>
                </a:solidFill>
                <a:latin typeface="Aptos"/>
              </a:defRPr>
            </a:pPr>
            <a:r>
              <a:t>Protected Page</a:t>
            </a:r>
          </a:p>
        </p:txBody>
      </p:sp>
      <p:sp>
        <p:nvSpPr>
          <p:cNvPr id="11" name="Chevron 10"/>
          <p:cNvSpPr/>
          <p:nvPr/>
        </p:nvSpPr>
        <p:spPr>
          <a:xfrm>
            <a:off x="1828800" y="2148840"/>
            <a:ext cx="411480" cy="365760"/>
          </a:xfrm>
          <a:prstGeom prst="chevron">
            <a:avLst/>
          </a:prstGeom>
          <a:solidFill>
            <a:srgbClr val="18A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3657600" y="2148840"/>
            <a:ext cx="411480" cy="365760"/>
          </a:xfrm>
          <a:prstGeom prst="chevron">
            <a:avLst/>
          </a:prstGeom>
          <a:solidFill>
            <a:srgbClr val="18A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5897880" y="2148840"/>
            <a:ext cx="411480" cy="365760"/>
          </a:xfrm>
          <a:prstGeom prst="chevron">
            <a:avLst/>
          </a:prstGeom>
          <a:solidFill>
            <a:srgbClr val="18A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evron 13"/>
          <p:cNvSpPr/>
          <p:nvPr/>
        </p:nvSpPr>
        <p:spPr>
          <a:xfrm>
            <a:off x="8001000" y="2148840"/>
            <a:ext cx="411480" cy="365760"/>
          </a:xfrm>
          <a:prstGeom prst="chevron">
            <a:avLst/>
          </a:prstGeom>
          <a:solidFill>
            <a:srgbClr val="18A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9646920" y="2148840"/>
            <a:ext cx="411480" cy="365760"/>
          </a:xfrm>
          <a:prstGeom prst="chevron">
            <a:avLst/>
          </a:prstGeom>
          <a:solidFill>
            <a:srgbClr val="18A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324612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337560"/>
            <a:ext cx="50109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Flow 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630168"/>
            <a:ext cx="5010912" cy="1444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User interacts with login, signup, OAuth, or reset screens.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Service layer calls Supabase Auth or Edge Functions.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Supabase returns a session that the app uses to protect routes.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46120"/>
            <a:ext cx="5577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9360" y="3364991"/>
            <a:ext cx="1280160" cy="256032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5ED2"/>
                </a:solidFill>
                <a:latin typeface="Aptos"/>
              </a:defRPr>
            </a:pPr>
            <a:r>
              <a:t>Flow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675887"/>
            <a:ext cx="5285231" cy="1389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r>
              <a:rPr sz="800" b="0" i="0">
                <a:solidFill>
                  <a:srgbClr val="1E293B"/>
                </a:solidFill>
                <a:latin typeface="Consolas"/>
              </a:rPr>
              <a:t>User -&gt; LoginPage/RegisterPage
     -&gt; supabaseAuthService
     -&gt; Supabase Auth / Edge Functions
     -&gt; session token
     -&gt; AuthContext + ProtectedRoute
     -&gt; Account page</a:t>
            </a:r>
            <a:endParaRPr sz="800" b="0" i="0">
              <a:latin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Code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Three files that connect the whole auth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325880"/>
            <a:ext cx="3182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supabase.js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18488"/>
            <a:ext cx="3182112" cy="2450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Initializes the browser client.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Reads Supabase URL and anon key from environment variables.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Configures auth persistence and session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3444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325880"/>
            <a:ext cx="3182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AuthContext.jsx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618488"/>
            <a:ext cx="3182112" cy="2450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Watches auth state changes.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Stores the logged-in user in React state.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Protects routes and syncs session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23444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325880"/>
            <a:ext cx="318211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supabaseAuthService.js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618488"/>
            <a:ext cx="3182112" cy="2450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Wraps login, signup, OAuth, logout, and session checks.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Keeps Supabase calls out of page components.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Returns simplified user/session objects to the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26280"/>
            <a:ext cx="10698480" cy="114300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3" y="4617720"/>
            <a:ext cx="10405872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How They Work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4910328"/>
            <a:ext cx="10405872" cy="6675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The client connects to Supabase, the service performs authentication requests, and AuthContext keeps the session active across the website.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Integration Code Detail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three main files behind the auth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3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Integration Code Detail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three main files behind the auth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Integration Code Detail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three main files behind the auth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Integration Code Detail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three main files behind the auth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Integration Code Detail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three main files behind the auth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3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Integration Code Detail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The three main files behind the auth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Current 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Supabase is used for authentication only in the current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0515600" cy="4480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70561" y="1459140"/>
            <a:ext cx="10222992" cy="5232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800" b="1">
                <a:solidFill>
                  <a:srgbClr val="132447"/>
                </a:solidFill>
                <a:latin typeface="Aptos"/>
              </a:rPr>
              <a:t>What This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1177" y="2003208"/>
            <a:ext cx="8780217" cy="30469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400" dirty="0"/>
              <a:t>Login, signup, OAuth, session handling, and reset flow are on </a:t>
            </a:r>
            <a:r>
              <a:rPr sz="2400" dirty="0" err="1"/>
              <a:t>Supabase</a:t>
            </a:r>
            <a:r>
              <a:rPr sz="2400" dirty="0"/>
              <a:t>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400" dirty="0"/>
              <a:t>Profile update and password-change helpers still call a mock local-storage service.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400" dirty="0"/>
              <a:t>Products, cart, and broader app data are not being queried from </a:t>
            </a:r>
            <a:r>
              <a:rPr sz="2400" dirty="0" err="1"/>
              <a:t>Supabase</a:t>
            </a:r>
            <a:r>
              <a:rPr sz="2400" dirty="0"/>
              <a:t> here.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rPr sz="2400" dirty="0"/>
              <a:t>So the current setup is production-style auth, but not yet a full </a:t>
            </a:r>
            <a:r>
              <a:rPr sz="2400" dirty="0" err="1"/>
              <a:t>Supabase</a:t>
            </a:r>
            <a:r>
              <a:rPr sz="2400" dirty="0"/>
              <a:t> backend.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Limitation Code Detail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Mock/local service still used outside 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Limitation Code Detail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Mock/local service still used outside 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Limitation Code Detail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Mock/local service still used outside 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Limitation Code Detail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Mock/local service still used outside 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49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881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96926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32447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0789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Why this integration is effective for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385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34930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61872"/>
            <a:ext cx="32004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3200400" cy="1353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Secure authentication is delegated to Supabase.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Frontend stays focused on UX and route protection.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OAuth and password reset are already integrated.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170432"/>
            <a:ext cx="34930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261872"/>
            <a:ext cx="32004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554480"/>
            <a:ext cx="3200400" cy="1353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UI pages collect input.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Services call Supabase APIs.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AuthContext stores the active user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70432"/>
            <a:ext cx="3493008" cy="1828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1261872"/>
            <a:ext cx="32004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300" b="1">
                <a:solidFill>
                  <a:srgbClr val="132447"/>
                </a:solidFill>
                <a:latin typeface="Aptos"/>
              </a:rPr>
              <a:t>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554480"/>
            <a:ext cx="3200400" cy="1353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Move profile and app data to Supabase if full backend consolidation is desired.</a:t>
            </a:r>
          </a:p>
          <a:p>
            <a:pPr>
              <a:defRPr sz="1100">
                <a:solidFill>
                  <a:srgbClr val="1E293B"/>
                </a:solidFill>
                <a:latin typeface="Aptos"/>
              </a:defRPr>
            </a:pPr>
            <a:r>
              <a:t>Add database tables and replace mock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401568"/>
            <a:ext cx="9281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600200" y="3520440"/>
            <a:ext cx="1280160" cy="256032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5ED2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3831336"/>
            <a:ext cx="8988552" cy="1161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r>
              <a:rPr sz="800" b="0" i="0">
                <a:solidFill>
                  <a:srgbClr val="1E293B"/>
                </a:solidFill>
                <a:latin typeface="Consolas"/>
              </a:rPr>
              <a:t>Supabase simplifies authentication by handling login, sessions, and security,
allowing the frontend to focus on user experience and route protection.</a:t>
            </a:r>
            <a:endParaRPr sz="800" b="0" i="0">
              <a:latin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1335</Words>
  <Application>Microsoft Office PowerPoint</Application>
  <PresentationFormat>Widescreen</PresentationFormat>
  <Paragraphs>203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Trisha Caisip</cp:lastModifiedBy>
  <cp:revision>3</cp:revision>
  <dcterms:created xsi:type="dcterms:W3CDTF">2013-01-27T09:14:16Z</dcterms:created>
  <dcterms:modified xsi:type="dcterms:W3CDTF">2026-03-28T19:48:04Z</dcterms:modified>
  <cp:category/>
</cp:coreProperties>
</file>